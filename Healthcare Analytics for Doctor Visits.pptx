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0" r:id="rId10"/>
    <p:sldId id="344" r:id="rId11"/>
    <p:sldId id="345" r:id="rId12"/>
    <p:sldId id="346" r:id="rId13"/>
    <p:sldId id="347" r:id="rId14"/>
    <p:sldId id="348" r:id="rId15"/>
    <p:sldId id="341" r:id="rId16"/>
    <p:sldId id="342"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85E24D-6BBB-42A4-B7B2-D5AF0ADC57A1}" v="191" dt="2026-09-18T16:49:24.00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PIKA PATIL" userId="029d65d1a3147e38" providerId="LiveId" clId="{65C0BD67-7588-4A6A-B678-0550AAC1C864}"/>
    <pc:docChg chg="undo custSel addSld delSld modSld">
      <pc:chgData name="DIPIKA PATIL" userId="029d65d1a3147e38" providerId="LiveId" clId="{65C0BD67-7588-4A6A-B678-0550AAC1C864}" dt="2026-09-18T16:49:24.009" v="1057"/>
      <pc:docMkLst>
        <pc:docMk/>
      </pc:docMkLst>
      <pc:sldChg chg="addSp delSp modSp mod modAnim">
        <pc:chgData name="DIPIKA PATIL" userId="029d65d1a3147e38" providerId="LiveId" clId="{65C0BD67-7588-4A6A-B678-0550AAC1C864}" dt="2026-09-18T15:55:10.585" v="861" actId="5793"/>
        <pc:sldMkLst>
          <pc:docMk/>
          <pc:sldMk cId="1341901065" sldId="302"/>
        </pc:sldMkLst>
        <pc:spChg chg="add mod">
          <ac:chgData name="DIPIKA PATIL" userId="029d65d1a3147e38" providerId="LiveId" clId="{65C0BD67-7588-4A6A-B678-0550AAC1C864}" dt="2026-09-18T15:55:10.585" v="861" actId="5793"/>
          <ac:spMkLst>
            <pc:docMk/>
            <pc:sldMk cId="1341901065" sldId="302"/>
            <ac:spMk id="3" creationId="{3FD45A30-D58A-A1CD-E41E-97772E1D7E2A}"/>
          </ac:spMkLst>
        </pc:spChg>
      </pc:sldChg>
      <pc:sldChg chg="delSp mod">
        <pc:chgData name="DIPIKA PATIL" userId="029d65d1a3147e38" providerId="LiveId" clId="{65C0BD67-7588-4A6A-B678-0550AAC1C864}" dt="2026-09-09T14:55:57.832" v="665" actId="21"/>
        <pc:sldMkLst>
          <pc:docMk/>
          <pc:sldMk cId="3401748718" sldId="304"/>
        </pc:sldMkLst>
      </pc:sldChg>
      <pc:sldChg chg="addSp modSp mod modAnim">
        <pc:chgData name="DIPIKA PATIL" userId="029d65d1a3147e38" providerId="LiveId" clId="{65C0BD67-7588-4A6A-B678-0550AAC1C864}" dt="2026-09-18T15:52:53.751" v="750" actId="123"/>
        <pc:sldMkLst>
          <pc:docMk/>
          <pc:sldMk cId="3696770303" sldId="315"/>
        </pc:sldMkLst>
        <pc:spChg chg="mod">
          <ac:chgData name="DIPIKA PATIL" userId="029d65d1a3147e38" providerId="LiveId" clId="{65C0BD67-7588-4A6A-B678-0550AAC1C864}" dt="2026-09-09T14:39:31.914" v="588" actId="20577"/>
          <ac:spMkLst>
            <pc:docMk/>
            <pc:sldMk cId="3696770303" sldId="315"/>
            <ac:spMk id="3" creationId="{EBF2FBC7-3552-4F01-BB27-8BEEE74F7277}"/>
          </ac:spMkLst>
        </pc:spChg>
        <pc:spChg chg="add mod">
          <ac:chgData name="DIPIKA PATIL" userId="029d65d1a3147e38" providerId="LiveId" clId="{65C0BD67-7588-4A6A-B678-0550AAC1C864}" dt="2026-09-18T15:52:53.751" v="750" actId="123"/>
          <ac:spMkLst>
            <pc:docMk/>
            <pc:sldMk cId="3696770303" sldId="315"/>
            <ac:spMk id="4" creationId="{0273929F-58F2-E4EE-3B38-02188BE35C5B}"/>
          </ac:spMkLst>
        </pc:spChg>
      </pc:sldChg>
      <pc:sldChg chg="modSp mod modAnim">
        <pc:chgData name="DIPIKA PATIL" userId="029d65d1a3147e38" providerId="LiveId" clId="{65C0BD67-7588-4A6A-B678-0550AAC1C864}" dt="2026-09-18T15:52:59.975" v="751" actId="123"/>
        <pc:sldMkLst>
          <pc:docMk/>
          <pc:sldMk cId="3098548442" sldId="327"/>
        </pc:sldMkLst>
        <pc:spChg chg="mod">
          <ac:chgData name="DIPIKA PATIL" userId="029d65d1a3147e38" providerId="LiveId" clId="{65C0BD67-7588-4A6A-B678-0550AAC1C864}" dt="2026-09-18T15:52:59.975" v="751" actId="123"/>
          <ac:spMkLst>
            <pc:docMk/>
            <pc:sldMk cId="3098548442" sldId="327"/>
            <ac:spMk id="2" creationId="{E46E4DD1-270B-4C80-AFF0-EB26F132AF36}"/>
          </ac:spMkLst>
        </pc:spChg>
      </pc:sldChg>
      <pc:sldChg chg="addSp delSp modSp mod modAnim">
        <pc:chgData name="DIPIKA PATIL" userId="029d65d1a3147e38" providerId="LiveId" clId="{65C0BD67-7588-4A6A-B678-0550AAC1C864}" dt="2026-09-18T15:53:35.171" v="753" actId="14100"/>
        <pc:sldMkLst>
          <pc:docMk/>
          <pc:sldMk cId="48075006" sldId="329"/>
        </pc:sldMkLst>
        <pc:spChg chg="add mod">
          <ac:chgData name="DIPIKA PATIL" userId="029d65d1a3147e38" providerId="LiveId" clId="{65C0BD67-7588-4A6A-B678-0550AAC1C864}" dt="2026-09-18T15:53:35.171" v="753" actId="14100"/>
          <ac:spMkLst>
            <pc:docMk/>
            <pc:sldMk cId="48075006" sldId="329"/>
            <ac:spMk id="3" creationId="{86C6FE2B-A603-9E14-DBD8-DE89C68E3AD5}"/>
          </ac:spMkLst>
        </pc:spChg>
      </pc:sldChg>
      <pc:sldChg chg="addSp delSp modSp mod delAnim">
        <pc:chgData name="DIPIKA PATIL" userId="029d65d1a3147e38" providerId="LiveId" clId="{65C0BD67-7588-4A6A-B678-0550AAC1C864}" dt="2026-09-18T15:43:39.797" v="739" actId="20577"/>
        <pc:sldMkLst>
          <pc:docMk/>
          <pc:sldMk cId="1604013440" sldId="338"/>
        </pc:sldMkLst>
        <pc:spChg chg="mod">
          <ac:chgData name="DIPIKA PATIL" userId="029d65d1a3147e38" providerId="LiveId" clId="{65C0BD67-7588-4A6A-B678-0550AAC1C864}" dt="2026-09-09T10:51:32.592" v="572"/>
          <ac:spMkLst>
            <pc:docMk/>
            <pc:sldMk cId="1604013440" sldId="338"/>
            <ac:spMk id="3" creationId="{17F04107-8754-E47D-3375-529E689711FA}"/>
          </ac:spMkLst>
        </pc:spChg>
        <pc:spChg chg="mod">
          <ac:chgData name="DIPIKA PATIL" userId="029d65d1a3147e38" providerId="LiveId" clId="{65C0BD67-7588-4A6A-B678-0550AAC1C864}" dt="2026-09-18T15:43:39.797" v="739" actId="20577"/>
          <ac:spMkLst>
            <pc:docMk/>
            <pc:sldMk cId="1604013440" sldId="338"/>
            <ac:spMk id="4" creationId="{92056599-CDAA-4367-BEF8-31D6E32518C8}"/>
          </ac:spMkLst>
        </pc:spChg>
        <pc:spChg chg="add mod">
          <ac:chgData name="DIPIKA PATIL" userId="029d65d1a3147e38" providerId="LiveId" clId="{65C0BD67-7588-4A6A-B678-0550AAC1C864}" dt="2026-09-09T09:45:09.245" v="222" actId="2710"/>
          <ac:spMkLst>
            <pc:docMk/>
            <pc:sldMk cId="1604013440" sldId="338"/>
            <ac:spMk id="10" creationId="{6D334E6F-7872-01F1-8423-207F473D6627}"/>
          </ac:spMkLst>
        </pc:spChg>
      </pc:sldChg>
      <pc:sldChg chg="addSp delSp modSp del mod modAnim">
        <pc:chgData name="DIPIKA PATIL" userId="029d65d1a3147e38" providerId="LiveId" clId="{65C0BD67-7588-4A6A-B678-0550AAC1C864}" dt="2026-09-18T16:00:38.739" v="896" actId="2696"/>
        <pc:sldMkLst>
          <pc:docMk/>
          <pc:sldMk cId="1086225493" sldId="339"/>
        </pc:sldMkLst>
      </pc:sldChg>
      <pc:sldChg chg="addSp delSp modSp mod modAnim">
        <pc:chgData name="DIPIKA PATIL" userId="029d65d1a3147e38" providerId="LiveId" clId="{65C0BD67-7588-4A6A-B678-0550AAC1C864}" dt="2026-09-18T16:03:00.936" v="913" actId="1076"/>
        <pc:sldMkLst>
          <pc:docMk/>
          <pc:sldMk cId="3849627828" sldId="340"/>
        </pc:sldMkLst>
        <pc:spChg chg="add mod">
          <ac:chgData name="DIPIKA PATIL" userId="029d65d1a3147e38" providerId="LiveId" clId="{65C0BD67-7588-4A6A-B678-0550AAC1C864}" dt="2026-09-18T16:00:22.935" v="895"/>
          <ac:spMkLst>
            <pc:docMk/>
            <pc:sldMk cId="3849627828" sldId="340"/>
            <ac:spMk id="9" creationId="{4EF34E88-15F5-B551-BF89-1689A340DF6E}"/>
          </ac:spMkLst>
        </pc:spChg>
        <pc:spChg chg="mod">
          <ac:chgData name="DIPIKA PATIL" userId="029d65d1a3147e38" providerId="LiveId" clId="{65C0BD67-7588-4A6A-B678-0550AAC1C864}" dt="2026-09-18T16:00:09.540" v="893"/>
          <ac:spMkLst>
            <pc:docMk/>
            <pc:sldMk cId="3849627828" sldId="340"/>
            <ac:spMk id="10" creationId="{3A64DB11-806F-1A4C-E0D5-D745D29CED50}"/>
          </ac:spMkLst>
        </pc:spChg>
        <pc:picChg chg="add del mod">
          <ac:chgData name="DIPIKA PATIL" userId="029d65d1a3147e38" providerId="LiveId" clId="{65C0BD67-7588-4A6A-B678-0550AAC1C864}" dt="2026-09-18T15:59:38.159" v="885" actId="478"/>
          <ac:picMkLst>
            <pc:docMk/>
            <pc:sldMk cId="3849627828" sldId="340"/>
            <ac:picMk id="3" creationId="{F1DC68CA-A1DC-6CAC-AEE2-7A68C5216E03}"/>
          </ac:picMkLst>
        </pc:picChg>
        <pc:picChg chg="add del mod">
          <ac:chgData name="DIPIKA PATIL" userId="029d65d1a3147e38" providerId="LiveId" clId="{65C0BD67-7588-4A6A-B678-0550AAC1C864}" dt="2026-09-18T16:02:49.820" v="908" actId="478"/>
          <ac:picMkLst>
            <pc:docMk/>
            <pc:sldMk cId="3849627828" sldId="340"/>
            <ac:picMk id="6" creationId="{EE36637E-E9C8-D79A-0886-F8EC6C375DA7}"/>
          </ac:picMkLst>
        </pc:picChg>
        <pc:picChg chg="add mod">
          <ac:chgData name="DIPIKA PATIL" userId="029d65d1a3147e38" providerId="LiveId" clId="{65C0BD67-7588-4A6A-B678-0550AAC1C864}" dt="2026-09-18T16:03:00.936" v="913" actId="1076"/>
          <ac:picMkLst>
            <pc:docMk/>
            <pc:sldMk cId="3849627828" sldId="340"/>
            <ac:picMk id="12" creationId="{D9A6F4D9-BFCE-446E-C810-BE78FB28D648}"/>
          </ac:picMkLst>
        </pc:picChg>
      </pc:sldChg>
      <pc:sldChg chg="addSp delSp modSp mod addAnim delAnim modAnim">
        <pc:chgData name="DIPIKA PATIL" userId="029d65d1a3147e38" providerId="LiveId" clId="{65C0BD67-7588-4A6A-B678-0550AAC1C864}" dt="2026-09-18T15:58:40.813" v="884" actId="12"/>
        <pc:sldMkLst>
          <pc:docMk/>
          <pc:sldMk cId="776828144" sldId="341"/>
        </pc:sldMkLst>
        <pc:spChg chg="add">
          <ac:chgData name="DIPIKA PATIL" userId="029d65d1a3147e38" providerId="LiveId" clId="{65C0BD67-7588-4A6A-B678-0550AAC1C864}" dt="2026-09-18T15:56:08.431" v="863"/>
          <ac:spMkLst>
            <pc:docMk/>
            <pc:sldMk cId="776828144" sldId="341"/>
            <ac:spMk id="2" creationId="{8FC64E98-74C0-1F8B-7E58-B9401CB124E4}"/>
          </ac:spMkLst>
        </pc:spChg>
        <pc:spChg chg="add mod">
          <ac:chgData name="DIPIKA PATIL" userId="029d65d1a3147e38" providerId="LiveId" clId="{65C0BD67-7588-4A6A-B678-0550AAC1C864}" dt="2026-09-18T15:58:40.813" v="884" actId="12"/>
          <ac:spMkLst>
            <pc:docMk/>
            <pc:sldMk cId="776828144" sldId="341"/>
            <ac:spMk id="3" creationId="{D08AA9B8-21F4-D09B-A066-AFD42CEAD7D7}"/>
          </ac:spMkLst>
        </pc:spChg>
        <pc:spChg chg="mod">
          <ac:chgData name="DIPIKA PATIL" userId="029d65d1a3147e38" providerId="LiveId" clId="{65C0BD67-7588-4A6A-B678-0550AAC1C864}" dt="2026-09-09T14:46:14.537" v="632" actId="27636"/>
          <ac:spMkLst>
            <pc:docMk/>
            <pc:sldMk cId="776828144" sldId="341"/>
            <ac:spMk id="4" creationId="{9B097C2C-D75A-31D4-CD9F-366F39CDE51D}"/>
          </ac:spMkLst>
        </pc:spChg>
        <pc:spChg chg="add del mod">
          <ac:chgData name="DIPIKA PATIL" userId="029d65d1a3147e38" providerId="LiveId" clId="{65C0BD67-7588-4A6A-B678-0550AAC1C864}" dt="2026-09-09T14:45:49.404" v="630" actId="47"/>
          <ac:spMkLst>
            <pc:docMk/>
            <pc:sldMk cId="776828144" sldId="341"/>
            <ac:spMk id="6" creationId="{6F0F630B-2496-3817-14C7-6893C86C4B9A}"/>
          </ac:spMkLst>
        </pc:spChg>
        <pc:spChg chg="add del mod">
          <ac:chgData name="DIPIKA PATIL" userId="029d65d1a3147e38" providerId="LiveId" clId="{65C0BD67-7588-4A6A-B678-0550AAC1C864}" dt="2026-09-18T15:56:39.771" v="871" actId="478"/>
          <ac:spMkLst>
            <pc:docMk/>
            <pc:sldMk cId="776828144" sldId="341"/>
            <ac:spMk id="10" creationId="{7E5D08F4-8314-AEE1-84DD-4969C660FC89}"/>
          </ac:spMkLst>
        </pc:spChg>
      </pc:sldChg>
      <pc:sldChg chg="addSp delSp modSp mod modAnim">
        <pc:chgData name="DIPIKA PATIL" userId="029d65d1a3147e38" providerId="LiveId" clId="{65C0BD67-7588-4A6A-B678-0550AAC1C864}" dt="2026-09-18T16:49:24.009" v="1057"/>
        <pc:sldMkLst>
          <pc:docMk/>
          <pc:sldMk cId="3863610428" sldId="342"/>
        </pc:sldMkLst>
        <pc:spChg chg="add mod">
          <ac:chgData name="DIPIKA PATIL" userId="029d65d1a3147e38" providerId="LiveId" clId="{65C0BD67-7588-4A6A-B678-0550AAC1C864}" dt="2026-09-18T16:49:24.009" v="1057"/>
          <ac:spMkLst>
            <pc:docMk/>
            <pc:sldMk cId="3863610428" sldId="342"/>
            <ac:spMk id="3" creationId="{1F6326C8-1393-F019-65AF-7150ABF994EE}"/>
          </ac:spMkLst>
        </pc:spChg>
      </pc:sldChg>
      <pc:sldChg chg="addSp delSp modSp del mod modAnim">
        <pc:chgData name="DIPIKA PATIL" userId="029d65d1a3147e38" providerId="LiveId" clId="{65C0BD67-7588-4A6A-B678-0550AAC1C864}" dt="2026-09-18T16:08:50.066" v="952" actId="2696"/>
        <pc:sldMkLst>
          <pc:docMk/>
          <pc:sldMk cId="3962802212" sldId="343"/>
        </pc:sldMkLst>
      </pc:sldChg>
      <pc:sldChg chg="addSp delSp modSp mod modAnim">
        <pc:chgData name="DIPIKA PATIL" userId="029d65d1a3147e38" providerId="LiveId" clId="{65C0BD67-7588-4A6A-B678-0550AAC1C864}" dt="2026-09-18T16:02:14.660" v="907" actId="14100"/>
        <pc:sldMkLst>
          <pc:docMk/>
          <pc:sldMk cId="1698901770" sldId="344"/>
        </pc:sldMkLst>
        <pc:spChg chg="add mod">
          <ac:chgData name="DIPIKA PATIL" userId="029d65d1a3147e38" providerId="LiveId" clId="{65C0BD67-7588-4A6A-B678-0550AAC1C864}" dt="2026-09-18T16:01:23.993" v="901" actId="1076"/>
          <ac:spMkLst>
            <pc:docMk/>
            <pc:sldMk cId="1698901770" sldId="344"/>
            <ac:spMk id="9" creationId="{1BD75B1E-6ED4-9A24-DFDB-1E93D407111A}"/>
          </ac:spMkLst>
        </pc:spChg>
        <pc:spChg chg="mod">
          <ac:chgData name="DIPIKA PATIL" userId="029d65d1a3147e38" providerId="LiveId" clId="{65C0BD67-7588-4A6A-B678-0550AAC1C864}" dt="2026-09-18T16:01:00.219" v="898"/>
          <ac:spMkLst>
            <pc:docMk/>
            <pc:sldMk cId="1698901770" sldId="344"/>
            <ac:spMk id="10" creationId="{B6E3B1C7-6A8B-23EE-6251-DC1067C6ADE9}"/>
          </ac:spMkLst>
        </pc:spChg>
        <pc:picChg chg="add del mod">
          <ac:chgData name="DIPIKA PATIL" userId="029d65d1a3147e38" providerId="LiveId" clId="{65C0BD67-7588-4A6A-B678-0550AAC1C864}" dt="2026-09-18T16:01:59.850" v="902" actId="478"/>
          <ac:picMkLst>
            <pc:docMk/>
            <pc:sldMk cId="1698901770" sldId="344"/>
            <ac:picMk id="3" creationId="{B64AEA25-6276-A196-65FF-4713193F2BE8}"/>
          </ac:picMkLst>
        </pc:picChg>
        <pc:picChg chg="add mod">
          <ac:chgData name="DIPIKA PATIL" userId="029d65d1a3147e38" providerId="LiveId" clId="{65C0BD67-7588-4A6A-B678-0550AAC1C864}" dt="2026-09-18T16:02:14.660" v="907" actId="14100"/>
          <ac:picMkLst>
            <pc:docMk/>
            <pc:sldMk cId="1698901770" sldId="344"/>
            <ac:picMk id="6" creationId="{BE6A86C0-8E86-47A1-D485-745CFBBAC9CB}"/>
          </ac:picMkLst>
        </pc:picChg>
      </pc:sldChg>
      <pc:sldChg chg="addSp delSp modSp mod modAnim">
        <pc:chgData name="DIPIKA PATIL" userId="029d65d1a3147e38" providerId="LiveId" clId="{65C0BD67-7588-4A6A-B678-0550AAC1C864}" dt="2026-09-18T16:04:12.488" v="921"/>
        <pc:sldMkLst>
          <pc:docMk/>
          <pc:sldMk cId="1903979828" sldId="345"/>
        </pc:sldMkLst>
        <pc:spChg chg="mod">
          <ac:chgData name="DIPIKA PATIL" userId="029d65d1a3147e38" providerId="LiveId" clId="{65C0BD67-7588-4A6A-B678-0550AAC1C864}" dt="2026-09-09T10:37:23.568" v="470" actId="1076"/>
          <ac:spMkLst>
            <pc:docMk/>
            <pc:sldMk cId="1903979828" sldId="345"/>
            <ac:spMk id="4" creationId="{15FD49EE-0956-AAE3-737B-15F7D4267C1A}"/>
          </ac:spMkLst>
        </pc:spChg>
        <pc:spChg chg="add mod">
          <ac:chgData name="DIPIKA PATIL" userId="029d65d1a3147e38" providerId="LiveId" clId="{65C0BD67-7588-4A6A-B678-0550AAC1C864}" dt="2026-09-18T16:04:12.488" v="921"/>
          <ac:spMkLst>
            <pc:docMk/>
            <pc:sldMk cId="1903979828" sldId="345"/>
            <ac:spMk id="9" creationId="{11DC5210-9F72-1F50-C821-DF2F89529EAD}"/>
          </ac:spMkLst>
        </pc:spChg>
        <pc:spChg chg="mod">
          <ac:chgData name="DIPIKA PATIL" userId="029d65d1a3147e38" providerId="LiveId" clId="{65C0BD67-7588-4A6A-B678-0550AAC1C864}" dt="2026-09-18T16:03:31.771" v="915"/>
          <ac:spMkLst>
            <pc:docMk/>
            <pc:sldMk cId="1903979828" sldId="345"/>
            <ac:spMk id="10" creationId="{2B7B89A1-9444-8322-CADC-42D31D698FA8}"/>
          </ac:spMkLst>
        </pc:spChg>
        <pc:picChg chg="add del mod">
          <ac:chgData name="DIPIKA PATIL" userId="029d65d1a3147e38" providerId="LiveId" clId="{65C0BD67-7588-4A6A-B678-0550AAC1C864}" dt="2026-09-18T16:03:49.990" v="916" actId="478"/>
          <ac:picMkLst>
            <pc:docMk/>
            <pc:sldMk cId="1903979828" sldId="345"/>
            <ac:picMk id="3" creationId="{1F7198DA-6976-51B2-35F0-F5D4C31948E8}"/>
          </ac:picMkLst>
        </pc:picChg>
        <pc:picChg chg="add mod">
          <ac:chgData name="DIPIKA PATIL" userId="029d65d1a3147e38" providerId="LiveId" clId="{65C0BD67-7588-4A6A-B678-0550AAC1C864}" dt="2026-09-18T16:03:56.202" v="919" actId="1076"/>
          <ac:picMkLst>
            <pc:docMk/>
            <pc:sldMk cId="1903979828" sldId="345"/>
            <ac:picMk id="6" creationId="{E410E49B-D59F-8AA8-8A81-C93A85EA429E}"/>
          </ac:picMkLst>
        </pc:picChg>
      </pc:sldChg>
      <pc:sldChg chg="addSp delSp modSp mod modAnim">
        <pc:chgData name="DIPIKA PATIL" userId="029d65d1a3147e38" providerId="LiveId" clId="{65C0BD67-7588-4A6A-B678-0550AAC1C864}" dt="2026-09-18T16:05:23.117" v="930"/>
        <pc:sldMkLst>
          <pc:docMk/>
          <pc:sldMk cId="1421522261" sldId="346"/>
        </pc:sldMkLst>
        <pc:spChg chg="mod">
          <ac:chgData name="DIPIKA PATIL" userId="029d65d1a3147e38" providerId="LiveId" clId="{65C0BD67-7588-4A6A-B678-0550AAC1C864}" dt="2026-09-09T10:39:09.741" v="520" actId="1076"/>
          <ac:spMkLst>
            <pc:docMk/>
            <pc:sldMk cId="1421522261" sldId="346"/>
            <ac:spMk id="4" creationId="{99E35150-35BD-1B1F-9A8C-890DBFDF3B54}"/>
          </ac:spMkLst>
        </pc:spChg>
        <pc:spChg chg="add mod">
          <ac:chgData name="DIPIKA PATIL" userId="029d65d1a3147e38" providerId="LiveId" clId="{65C0BD67-7588-4A6A-B678-0550AAC1C864}" dt="2026-09-18T16:05:23.117" v="930"/>
          <ac:spMkLst>
            <pc:docMk/>
            <pc:sldMk cId="1421522261" sldId="346"/>
            <ac:spMk id="9" creationId="{B951FFC9-CCB9-0486-94BB-05BDBA6818A5}"/>
          </ac:spMkLst>
        </pc:spChg>
        <pc:spChg chg="mod">
          <ac:chgData name="DIPIKA PATIL" userId="029d65d1a3147e38" providerId="LiveId" clId="{65C0BD67-7588-4A6A-B678-0550AAC1C864}" dt="2026-09-18T16:04:38.525" v="924" actId="27636"/>
          <ac:spMkLst>
            <pc:docMk/>
            <pc:sldMk cId="1421522261" sldId="346"/>
            <ac:spMk id="10" creationId="{F85C769B-425A-FE3B-E47A-3B747985DC52}"/>
          </ac:spMkLst>
        </pc:spChg>
        <pc:picChg chg="add del mod">
          <ac:chgData name="DIPIKA PATIL" userId="029d65d1a3147e38" providerId="LiveId" clId="{65C0BD67-7588-4A6A-B678-0550AAC1C864}" dt="2026-09-18T16:05:01.329" v="925" actId="478"/>
          <ac:picMkLst>
            <pc:docMk/>
            <pc:sldMk cId="1421522261" sldId="346"/>
            <ac:picMk id="3" creationId="{E4E7B66D-7A07-EE8B-33F5-A0915605BDF2}"/>
          </ac:picMkLst>
        </pc:picChg>
        <pc:picChg chg="add mod">
          <ac:chgData name="DIPIKA PATIL" userId="029d65d1a3147e38" providerId="LiveId" clId="{65C0BD67-7588-4A6A-B678-0550AAC1C864}" dt="2026-09-18T16:05:07.202" v="928" actId="1076"/>
          <ac:picMkLst>
            <pc:docMk/>
            <pc:sldMk cId="1421522261" sldId="346"/>
            <ac:picMk id="6" creationId="{88345AD3-B5C8-163B-05C2-564E25922E6F}"/>
          </ac:picMkLst>
        </pc:picChg>
      </pc:sldChg>
      <pc:sldChg chg="addSp delSp modSp add mod modAnim">
        <pc:chgData name="DIPIKA PATIL" userId="029d65d1a3147e38" providerId="LiveId" clId="{65C0BD67-7588-4A6A-B678-0550AAC1C864}" dt="2026-09-18T16:06:23.072" v="938" actId="1076"/>
        <pc:sldMkLst>
          <pc:docMk/>
          <pc:sldMk cId="114440088" sldId="347"/>
        </pc:sldMkLst>
        <pc:spChg chg="mod">
          <ac:chgData name="DIPIKA PATIL" userId="029d65d1a3147e38" providerId="LiveId" clId="{65C0BD67-7588-4A6A-B678-0550AAC1C864}" dt="2026-09-09T10:46:28.555" v="564" actId="1076"/>
          <ac:spMkLst>
            <pc:docMk/>
            <pc:sldMk cId="114440088" sldId="347"/>
            <ac:spMk id="4" creationId="{51173100-2F70-0075-6948-0285A896DED4}"/>
          </ac:spMkLst>
        </pc:spChg>
        <pc:spChg chg="mod">
          <ac:chgData name="DIPIKA PATIL" userId="029d65d1a3147e38" providerId="LiveId" clId="{65C0BD67-7588-4A6A-B678-0550AAC1C864}" dt="2026-09-18T16:06:02.230" v="934"/>
          <ac:spMkLst>
            <pc:docMk/>
            <pc:sldMk cId="114440088" sldId="347"/>
            <ac:spMk id="9" creationId="{2B14EDB1-E2D4-7227-36B0-BF1401B1EE08}"/>
          </ac:spMkLst>
        </pc:spChg>
        <pc:spChg chg="mod">
          <ac:chgData name="DIPIKA PATIL" userId="029d65d1a3147e38" providerId="LiveId" clId="{65C0BD67-7588-4A6A-B678-0550AAC1C864}" dt="2026-09-18T16:05:43.890" v="932"/>
          <ac:spMkLst>
            <pc:docMk/>
            <pc:sldMk cId="114440088" sldId="347"/>
            <ac:spMk id="10" creationId="{14328B56-E54E-89F7-0251-0C9218DD220D}"/>
          </ac:spMkLst>
        </pc:spChg>
        <pc:picChg chg="add mod">
          <ac:chgData name="DIPIKA PATIL" userId="029d65d1a3147e38" providerId="LiveId" clId="{65C0BD67-7588-4A6A-B678-0550AAC1C864}" dt="2026-09-18T16:06:23.072" v="938" actId="1076"/>
          <ac:picMkLst>
            <pc:docMk/>
            <pc:sldMk cId="114440088" sldId="347"/>
            <ac:picMk id="3" creationId="{5E3B084F-BAEB-8034-75C5-E63A0EA96F81}"/>
          </ac:picMkLst>
        </pc:picChg>
        <pc:picChg chg="add del mod">
          <ac:chgData name="DIPIKA PATIL" userId="029d65d1a3147e38" providerId="LiveId" clId="{65C0BD67-7588-4A6A-B678-0550AAC1C864}" dt="2026-09-18T16:06:17.522" v="935" actId="478"/>
          <ac:picMkLst>
            <pc:docMk/>
            <pc:sldMk cId="114440088" sldId="347"/>
            <ac:picMk id="6" creationId="{24EB45F4-768F-CA5A-EDDE-B93AA210161C}"/>
          </ac:picMkLst>
        </pc:picChg>
      </pc:sldChg>
      <pc:sldChg chg="addSp delSp modSp add mod">
        <pc:chgData name="DIPIKA PATIL" userId="029d65d1a3147e38" providerId="LiveId" clId="{65C0BD67-7588-4A6A-B678-0550AAC1C864}" dt="2026-09-18T16:40:57.167" v="1054" actId="20577"/>
        <pc:sldMkLst>
          <pc:docMk/>
          <pc:sldMk cId="599829169" sldId="348"/>
        </pc:sldMkLst>
        <pc:spChg chg="mod">
          <ac:chgData name="DIPIKA PATIL" userId="029d65d1a3147e38" providerId="LiveId" clId="{65C0BD67-7588-4A6A-B678-0550AAC1C864}" dt="2026-09-18T16:40:57.167" v="1054" actId="20577"/>
          <ac:spMkLst>
            <pc:docMk/>
            <pc:sldMk cId="599829169" sldId="348"/>
            <ac:spMk id="9" creationId="{0E86D560-B2B6-3909-5F73-6EFAAF01D604}"/>
          </ac:spMkLst>
        </pc:spChg>
        <pc:spChg chg="mod">
          <ac:chgData name="DIPIKA PATIL" userId="029d65d1a3147e38" providerId="LiveId" clId="{65C0BD67-7588-4A6A-B678-0550AAC1C864}" dt="2026-09-18T16:07:14.362" v="941"/>
          <ac:spMkLst>
            <pc:docMk/>
            <pc:sldMk cId="599829169" sldId="348"/>
            <ac:spMk id="10" creationId="{A3B5D3C6-B59F-7F35-11E7-0AE1A37A2C89}"/>
          </ac:spMkLst>
        </pc:spChg>
        <pc:picChg chg="del">
          <ac:chgData name="DIPIKA PATIL" userId="029d65d1a3147e38" providerId="LiveId" clId="{65C0BD67-7588-4A6A-B678-0550AAC1C864}" dt="2026-09-18T16:08:15.132" v="945" actId="478"/>
          <ac:picMkLst>
            <pc:docMk/>
            <pc:sldMk cId="599829169" sldId="348"/>
            <ac:picMk id="3" creationId="{395A6579-CD1F-A0C6-8192-715CA1455D7B}"/>
          </ac:picMkLst>
        </pc:picChg>
        <pc:picChg chg="add mod">
          <ac:chgData name="DIPIKA PATIL" userId="029d65d1a3147e38" providerId="LiveId" clId="{65C0BD67-7588-4A6A-B678-0550AAC1C864}" dt="2026-09-18T16:08:29.956" v="951" actId="14100"/>
          <ac:picMkLst>
            <pc:docMk/>
            <pc:sldMk cId="599829169" sldId="348"/>
            <ac:picMk id="6" creationId="{318C1937-E957-DB9B-919C-79EE7F4BA1E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ipikapatil25/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788577"/>
            <a:ext cx="9389368" cy="1590673"/>
          </a:xfrm>
        </p:spPr>
        <p:txBody>
          <a:bodyPr>
            <a:normAutofit/>
          </a:bodyPr>
          <a:lstStyle/>
          <a:p>
            <a:r>
              <a:rPr lang="en-GB" sz="3200" b="1" dirty="0"/>
              <a:t>Project Title -</a:t>
            </a:r>
            <a:r>
              <a:rPr lang="en-US" sz="3200" b="1" dirty="0"/>
              <a:t>Healthcare Analytics for Doctor   Visits</a:t>
            </a:r>
            <a:br>
              <a:rPr lang="en-US" sz="3200" b="1" dirty="0"/>
            </a:b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5" y="5003496"/>
            <a:ext cx="5500909" cy="369332"/>
          </a:xfrm>
          <a:prstGeom prst="rect">
            <a:avLst/>
          </a:prstGeom>
          <a:noFill/>
        </p:spPr>
        <p:txBody>
          <a:bodyPr wrap="square" rtlCol="0">
            <a:spAutoFit/>
          </a:bodyPr>
          <a:lstStyle/>
          <a:p>
            <a:r>
              <a:rPr lang="en-US" b="1" dirty="0"/>
              <a:t>AICTE STU ID : STU69faca05197bf1778043397</a:t>
            </a:r>
          </a:p>
        </p:txBody>
      </p:sp>
      <p:sp>
        <p:nvSpPr>
          <p:cNvPr id="10" name="TextBox 9">
            <a:extLst>
              <a:ext uri="{FF2B5EF4-FFF2-40B4-BE49-F238E27FC236}">
                <a16:creationId xmlns:a16="http://schemas.microsoft.com/office/drawing/2014/main" id="{6D334E6F-7872-01F1-8423-207F473D6627}"/>
              </a:ext>
            </a:extLst>
          </p:cNvPr>
          <p:cNvSpPr txBox="1"/>
          <p:nvPr/>
        </p:nvSpPr>
        <p:spPr>
          <a:xfrm>
            <a:off x="675956" y="3957333"/>
            <a:ext cx="6732549" cy="872483"/>
          </a:xfrm>
          <a:prstGeom prst="rect">
            <a:avLst/>
          </a:prstGeom>
          <a:noFill/>
        </p:spPr>
        <p:txBody>
          <a:bodyPr wrap="square" rtlCol="0">
            <a:spAutoFit/>
          </a:bodyPr>
          <a:lstStyle/>
          <a:p>
            <a:pPr>
              <a:lnSpc>
                <a:spcPct val="150000"/>
              </a:lnSpc>
            </a:pPr>
            <a:r>
              <a:rPr lang="en-US" dirty="0"/>
              <a:t>Student Name : Dipika Dnyaneshwar Patil</a:t>
            </a:r>
          </a:p>
          <a:p>
            <a:pPr>
              <a:lnSpc>
                <a:spcPct val="150000"/>
              </a:lnSpc>
            </a:pPr>
            <a:r>
              <a:rPr lang="en-US" dirty="0"/>
              <a:t>College Name : Yashwantrao </a:t>
            </a:r>
            <a:r>
              <a:rPr lang="en-US" dirty="0" err="1"/>
              <a:t>Bhonsale</a:t>
            </a:r>
            <a:r>
              <a:rPr lang="en-US" dirty="0"/>
              <a:t> Institute of Technology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772919"/>
            <a:ext cx="6431280" cy="3607987"/>
          </a:xfrm>
        </p:spPr>
        <p:txBody>
          <a:bodyPr vert="horz" lIns="91440" tIns="45720" rIns="91440" bIns="45720" rtlCol="0" anchor="t">
            <a:normAutofit fontScale="70000" lnSpcReduction="20000"/>
          </a:bodyPr>
          <a:lstStyle/>
          <a:p>
            <a:pPr algn="just"/>
            <a:r>
              <a:rPr lang="en-US" sz="2800" dirty="0"/>
              <a:t>Healthcare data contains information about patients, their demographic characteristics, health conditions, and healthcare utilization. However, raw healthcare data does not clearly show how doctor visits vary across different patient characteristics.</a:t>
            </a:r>
          </a:p>
          <a:p>
            <a:pPr algn="just"/>
            <a:r>
              <a:rPr lang="en-US" sz="2800" dirty="0"/>
              <a:t>The problem is to analyze the given healthcare dataset and investigate patterns in doctor visits by examining gender, age, illness level, and other available health-related variables. The analysis aims to identify meaningful distributions, relationships, and variations within the available data.</a:t>
            </a:r>
          </a:p>
          <a:p>
            <a:pPr marL="0" indent="0" algn="just">
              <a:buNone/>
            </a:pPr>
            <a:endParaRPr lang="en-US"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273929F-58F2-E4EE-3B38-02188BE35C5B}"/>
              </a:ext>
            </a:extLst>
          </p:cNvPr>
          <p:cNvSpPr txBox="1"/>
          <p:nvPr/>
        </p:nvSpPr>
        <p:spPr>
          <a:xfrm>
            <a:off x="675957" y="1636210"/>
            <a:ext cx="7805570" cy="3970318"/>
          </a:xfrm>
          <a:prstGeom prst="rect">
            <a:avLst/>
          </a:prstGeom>
          <a:noFill/>
        </p:spPr>
        <p:txBody>
          <a:bodyPr wrap="square">
            <a:spAutoFit/>
          </a:bodyPr>
          <a:lstStyle/>
          <a:p>
            <a:pPr algn="just"/>
            <a:r>
              <a:rPr lang="en-US" b="1" dirty="0"/>
              <a:t>Healthcare Analytics for Doctor Visits</a:t>
            </a:r>
            <a:r>
              <a:rPr lang="en-US" dirty="0"/>
              <a:t> is a data analytics project that studies patterns in recorded doctor visits using a healthcare dataset.</a:t>
            </a:r>
          </a:p>
          <a:p>
            <a:pPr algn="just"/>
            <a:r>
              <a:rPr lang="en-US" dirty="0"/>
              <a:t>The dataset contains </a:t>
            </a:r>
            <a:r>
              <a:rPr lang="en-US" b="1" dirty="0"/>
              <a:t>5,190 records and 13 variables</a:t>
            </a:r>
            <a:r>
              <a:rPr lang="en-US" dirty="0"/>
              <a:t>, including doctor visits, gender, age, income, illness, reduced activity, health, insurance-related indicators, and chronic-condition indicators.</a:t>
            </a:r>
          </a:p>
          <a:p>
            <a:pPr algn="just"/>
            <a:r>
              <a:rPr lang="en-US" dirty="0"/>
              <a:t>The project begins with data exploration using the first and last records, dataset dimensions, information about variables, descriptive statistics, and missing-value analysis.</a:t>
            </a:r>
          </a:p>
          <a:p>
            <a:pPr algn="just"/>
            <a:r>
              <a:rPr lang="en-US" dirty="0"/>
              <a:t>The project then performs univariate and multivariate analysis using different visualizations. The analysis examines gender distribution, age distribution, doctor visit distribution, average visits by gender, illness score versus average visits, visits by gender, and the relationship between age, visits, and gender.</a:t>
            </a:r>
          </a:p>
          <a:p>
            <a:pPr algn="just">
              <a:buNone/>
            </a:pPr>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86C6FE2B-A603-9E14-DBD8-DE89C68E3AD5}"/>
              </a:ext>
            </a:extLst>
          </p:cNvPr>
          <p:cNvSpPr>
            <a:spLocks noGrp="1" noChangeArrowheads="1"/>
          </p:cNvSpPr>
          <p:nvPr>
            <p:ph type="body" sz="quarter" idx="12"/>
          </p:nvPr>
        </p:nvSpPr>
        <p:spPr bwMode="auto">
          <a:xfrm>
            <a:off x="524782" y="2074318"/>
            <a:ext cx="8357961"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t>Healthcare Analysts</a:t>
            </a:r>
            <a:r>
              <a:rPr lang="en-US" sz="1800" dirty="0"/>
              <a:t> – to understand patterns and relationships in doctor visit data.</a:t>
            </a:r>
          </a:p>
          <a:p>
            <a:r>
              <a:rPr lang="en-US" sz="1800" b="1" dirty="0"/>
              <a:t>Healthcare Researchers</a:t>
            </a:r>
            <a:r>
              <a:rPr lang="en-US" sz="1800" dirty="0"/>
              <a:t> – to study relationships between patient characteristics, illness, and healthcare utilization.</a:t>
            </a:r>
          </a:p>
          <a:p>
            <a:r>
              <a:rPr lang="en-US" sz="1800" b="1" dirty="0"/>
              <a:t>Healthcare Providers</a:t>
            </a:r>
            <a:r>
              <a:rPr lang="en-US" sz="1800" dirty="0"/>
              <a:t> – to understand variations in recorded doctor visits across patient groups.</a:t>
            </a:r>
          </a:p>
          <a:p>
            <a:r>
              <a:rPr lang="en-US" sz="1800" b="1" dirty="0"/>
              <a:t>Healthcare Planners and Organizations</a:t>
            </a:r>
            <a:r>
              <a:rPr lang="en-US" sz="1800" dirty="0"/>
              <a:t> – to examine healthcare utilization patterns for planning and analysis.</a:t>
            </a:r>
          </a:p>
          <a:p>
            <a:r>
              <a:rPr lang="en-US" sz="1800" b="1" dirty="0"/>
              <a:t>Students and Data Analysts</a:t>
            </a:r>
            <a:r>
              <a:rPr lang="en-US" sz="1800" dirty="0"/>
              <a:t> – to learn and demonstrate exploratory data analysis using healthcare data.</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3FD45A30-D58A-A1CD-E41E-97772E1D7E2A}"/>
              </a:ext>
            </a:extLst>
          </p:cNvPr>
          <p:cNvSpPr>
            <a:spLocks noGrp="1" noChangeArrowheads="1"/>
          </p:cNvSpPr>
          <p:nvPr>
            <p:ph type="body" sz="quarter" idx="12"/>
          </p:nvPr>
        </p:nvSpPr>
        <p:spPr bwMode="auto">
          <a:xfrm>
            <a:off x="1691719" y="807801"/>
            <a:ext cx="9178444" cy="5242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rebuchet MS (Body)"/>
            </a:endParaRPr>
          </a:p>
          <a:p>
            <a:r>
              <a:rPr lang="en-IN" b="1" dirty="0"/>
              <a:t>Python</a:t>
            </a:r>
            <a:r>
              <a:rPr lang="en-IN" dirty="0"/>
              <a:t> – for data analysis and processing.</a:t>
            </a:r>
          </a:p>
          <a:p>
            <a:r>
              <a:rPr lang="en-IN" b="1" dirty="0"/>
              <a:t>Google </a:t>
            </a:r>
            <a:r>
              <a:rPr lang="en-IN" b="1" dirty="0" err="1"/>
              <a:t>Colab</a:t>
            </a:r>
            <a:r>
              <a:rPr lang="en-IN" b="1" dirty="0"/>
              <a:t> / </a:t>
            </a:r>
            <a:r>
              <a:rPr lang="en-IN" b="1" dirty="0" err="1"/>
              <a:t>Jupyter</a:t>
            </a:r>
            <a:r>
              <a:rPr lang="en-IN" b="1" dirty="0"/>
              <a:t> Notebook</a:t>
            </a:r>
            <a:r>
              <a:rPr lang="en-IN" dirty="0"/>
              <a:t> – for running the analysis.</a:t>
            </a:r>
          </a:p>
          <a:p>
            <a:r>
              <a:rPr lang="en-IN" b="1" dirty="0"/>
              <a:t>Pandas &amp; NumPy</a:t>
            </a:r>
            <a:r>
              <a:rPr lang="en-IN" dirty="0"/>
              <a:t> – for data loading, inspection, manipulation, and statistical analysis.</a:t>
            </a:r>
          </a:p>
          <a:p>
            <a:r>
              <a:rPr lang="en-IN" b="1" dirty="0"/>
              <a:t>Matplotlib &amp; Seaborn</a:t>
            </a:r>
            <a:r>
              <a:rPr lang="en-IN" dirty="0"/>
              <a:t> – for creating data visualizations.</a:t>
            </a:r>
          </a:p>
          <a:p>
            <a:r>
              <a:rPr lang="en-IN" b="1" dirty="0"/>
              <a:t>CSV</a:t>
            </a:r>
            <a:r>
              <a:rPr lang="en-IN" dirty="0"/>
              <a:t> – for storing and accessing the healthcare dataset.</a:t>
            </a:r>
          </a:p>
          <a:p>
            <a:r>
              <a:rPr lang="en-US" altLang="en-US" b="1" dirty="0">
                <a:solidFill>
                  <a:schemeClr val="tx1"/>
                </a:solidFill>
                <a:latin typeface="Trebuchet MS (Body)"/>
              </a:rPr>
              <a:t>GitHub</a:t>
            </a:r>
            <a:r>
              <a:rPr lang="en-US" altLang="en-US" dirty="0">
                <a:solidFill>
                  <a:schemeClr val="tx1"/>
                </a:solidFill>
                <a:latin typeface="Trebuchet MS (Body)"/>
              </a:rPr>
              <a:t> – for project code and version control </a:t>
            </a:r>
          </a:p>
          <a:p>
            <a:pPr marL="0" indent="0">
              <a:buNone/>
            </a:pPr>
            <a:endParaRPr lang="en-IN"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201586"/>
            <a:ext cx="4275138" cy="477520"/>
          </a:xfrm>
        </p:spPr>
        <p:txBody>
          <a:bodyPr/>
          <a:lstStyle/>
          <a:p>
            <a:pPr marL="0" indent="0">
              <a:buNone/>
            </a:pPr>
            <a:r>
              <a:rPr lang="en-IN" dirty="0"/>
              <a:t>Age Distribution</a:t>
            </a:r>
          </a:p>
        </p:txBody>
      </p:sp>
      <p:sp>
        <p:nvSpPr>
          <p:cNvPr id="9" name="TextBox 8">
            <a:extLst>
              <a:ext uri="{FF2B5EF4-FFF2-40B4-BE49-F238E27FC236}">
                <a16:creationId xmlns:a16="http://schemas.microsoft.com/office/drawing/2014/main" id="{4EF34E88-15F5-B551-BF89-1689A340DF6E}"/>
              </a:ext>
            </a:extLst>
          </p:cNvPr>
          <p:cNvSpPr txBox="1"/>
          <p:nvPr/>
        </p:nvSpPr>
        <p:spPr>
          <a:xfrm>
            <a:off x="547395" y="6018629"/>
            <a:ext cx="11644605" cy="923330"/>
          </a:xfrm>
          <a:prstGeom prst="rect">
            <a:avLst/>
          </a:prstGeom>
          <a:noFill/>
        </p:spPr>
        <p:txBody>
          <a:bodyPr wrap="square">
            <a:spAutoFit/>
          </a:bodyPr>
          <a:lstStyle/>
          <a:p>
            <a:pPr algn="just"/>
            <a:r>
              <a:rPr lang="en-US" dirty="0"/>
              <a:t>This graph shows the distribution of the numerical age variable in the healthcare dataset. It helps us understand how the age values are distributed across the available records.</a:t>
            </a:r>
          </a:p>
          <a:p>
            <a:pPr algn="just"/>
            <a:endParaRPr lang="en-IN" dirty="0"/>
          </a:p>
        </p:txBody>
      </p:sp>
      <p:pic>
        <p:nvPicPr>
          <p:cNvPr id="12" name="Picture 11">
            <a:extLst>
              <a:ext uri="{FF2B5EF4-FFF2-40B4-BE49-F238E27FC236}">
                <a16:creationId xmlns:a16="http://schemas.microsoft.com/office/drawing/2014/main" id="{D9A6F4D9-BFCE-446E-C810-BE78FB28D648}"/>
              </a:ext>
            </a:extLst>
          </p:cNvPr>
          <p:cNvPicPr>
            <a:picLocks noChangeAspect="1"/>
          </p:cNvPicPr>
          <p:nvPr/>
        </p:nvPicPr>
        <p:blipFill>
          <a:blip r:embed="rId3"/>
          <a:stretch>
            <a:fillRect/>
          </a:stretch>
        </p:blipFill>
        <p:spPr>
          <a:xfrm>
            <a:off x="1014088" y="1679106"/>
            <a:ext cx="7907864" cy="436375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69841" y="1201586"/>
            <a:ext cx="4275138" cy="477520"/>
          </a:xfrm>
        </p:spPr>
        <p:txBody>
          <a:bodyPr/>
          <a:lstStyle/>
          <a:p>
            <a:pPr marL="0" indent="0">
              <a:buNone/>
            </a:pPr>
            <a:r>
              <a:rPr lang="en-IN" dirty="0"/>
              <a:t>Doctor Visits Distribution</a:t>
            </a:r>
          </a:p>
        </p:txBody>
      </p:sp>
      <p:sp>
        <p:nvSpPr>
          <p:cNvPr id="9" name="TextBox 8">
            <a:extLst>
              <a:ext uri="{FF2B5EF4-FFF2-40B4-BE49-F238E27FC236}">
                <a16:creationId xmlns:a16="http://schemas.microsoft.com/office/drawing/2014/main" id="{1BD75B1E-6ED4-9A24-DFDB-1E93D407111A}"/>
              </a:ext>
            </a:extLst>
          </p:cNvPr>
          <p:cNvSpPr txBox="1"/>
          <p:nvPr/>
        </p:nvSpPr>
        <p:spPr>
          <a:xfrm>
            <a:off x="514488" y="5934270"/>
            <a:ext cx="11005971" cy="1200329"/>
          </a:xfrm>
          <a:prstGeom prst="rect">
            <a:avLst/>
          </a:prstGeom>
          <a:noFill/>
        </p:spPr>
        <p:txBody>
          <a:bodyPr wrap="square">
            <a:spAutoFit/>
          </a:bodyPr>
          <a:lstStyle/>
          <a:p>
            <a:r>
              <a:rPr lang="en-US" dirty="0"/>
              <a:t>This graph shows how the number of recorded doctor visits is distributed across the dataset. It helps us understand the frequency of different visit counts.</a:t>
            </a:r>
          </a:p>
          <a:p>
            <a:r>
              <a:rPr lang="en-US" dirty="0"/>
              <a:t>The recorded visits range from </a:t>
            </a:r>
            <a:r>
              <a:rPr lang="en-US" b="1" dirty="0"/>
              <a:t>0 to 9</a:t>
            </a:r>
            <a:r>
              <a:rPr lang="en-US" dirty="0"/>
              <a:t>, with an overall mean of approximately </a:t>
            </a:r>
            <a:r>
              <a:rPr lang="en-US" b="1" dirty="0"/>
              <a:t>0.302 visits</a:t>
            </a:r>
            <a:r>
              <a:rPr lang="en-US" dirty="0"/>
              <a:t>.</a:t>
            </a:r>
          </a:p>
          <a:p>
            <a:pPr algn="just"/>
            <a:endParaRPr lang="en-IN" dirty="0"/>
          </a:p>
        </p:txBody>
      </p:sp>
      <p:pic>
        <p:nvPicPr>
          <p:cNvPr id="6" name="Picture 5">
            <a:extLst>
              <a:ext uri="{FF2B5EF4-FFF2-40B4-BE49-F238E27FC236}">
                <a16:creationId xmlns:a16="http://schemas.microsoft.com/office/drawing/2014/main" id="{BE6A86C0-8E86-47A1-D485-745CFBBAC9CB}"/>
              </a:ext>
            </a:extLst>
          </p:cNvPr>
          <p:cNvPicPr>
            <a:picLocks noChangeAspect="1"/>
          </p:cNvPicPr>
          <p:nvPr/>
        </p:nvPicPr>
        <p:blipFill>
          <a:blip r:embed="rId3"/>
          <a:stretch>
            <a:fillRect/>
          </a:stretch>
        </p:blipFill>
        <p:spPr>
          <a:xfrm>
            <a:off x="1323309" y="1586204"/>
            <a:ext cx="7708724" cy="420810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501940" y="116806"/>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788582" y="945068"/>
            <a:ext cx="4275138" cy="477520"/>
          </a:xfrm>
        </p:spPr>
        <p:txBody>
          <a:bodyPr/>
          <a:lstStyle/>
          <a:p>
            <a:pPr marL="0" indent="0">
              <a:buNone/>
            </a:pPr>
            <a:r>
              <a:rPr lang="en-US" dirty="0"/>
              <a:t>Average Doctor Visits by Gender</a:t>
            </a:r>
            <a:endParaRPr lang="en-IN" dirty="0"/>
          </a:p>
        </p:txBody>
      </p:sp>
      <p:sp>
        <p:nvSpPr>
          <p:cNvPr id="9" name="TextBox 8">
            <a:extLst>
              <a:ext uri="{FF2B5EF4-FFF2-40B4-BE49-F238E27FC236}">
                <a16:creationId xmlns:a16="http://schemas.microsoft.com/office/drawing/2014/main" id="{11DC5210-9F72-1F50-C821-DF2F89529EAD}"/>
              </a:ext>
            </a:extLst>
          </p:cNvPr>
          <p:cNvSpPr txBox="1"/>
          <p:nvPr/>
        </p:nvSpPr>
        <p:spPr>
          <a:xfrm>
            <a:off x="579019" y="6018629"/>
            <a:ext cx="11033961" cy="646331"/>
          </a:xfrm>
          <a:prstGeom prst="rect">
            <a:avLst/>
          </a:prstGeom>
          <a:noFill/>
        </p:spPr>
        <p:txBody>
          <a:bodyPr wrap="square">
            <a:spAutoFit/>
          </a:bodyPr>
          <a:lstStyle/>
          <a:p>
            <a:pPr algn="just"/>
            <a:r>
              <a:rPr lang="en-US" dirty="0"/>
              <a:t>This graph compares the average recorded doctor visits between female and male patients. It helps identify differences in the mean number of visits between the two gender groups.</a:t>
            </a:r>
            <a:endParaRPr lang="en-IN" dirty="0"/>
          </a:p>
        </p:txBody>
      </p:sp>
      <p:pic>
        <p:nvPicPr>
          <p:cNvPr id="6" name="Picture 5">
            <a:extLst>
              <a:ext uri="{FF2B5EF4-FFF2-40B4-BE49-F238E27FC236}">
                <a16:creationId xmlns:a16="http://schemas.microsoft.com/office/drawing/2014/main" id="{E410E49B-D59F-8AA8-8A81-C93A85EA429E}"/>
              </a:ext>
            </a:extLst>
          </p:cNvPr>
          <p:cNvPicPr>
            <a:picLocks noChangeAspect="1"/>
          </p:cNvPicPr>
          <p:nvPr/>
        </p:nvPicPr>
        <p:blipFill>
          <a:blip r:embed="rId3"/>
          <a:stretch>
            <a:fillRect/>
          </a:stretch>
        </p:blipFill>
        <p:spPr>
          <a:xfrm>
            <a:off x="1205556" y="1401094"/>
            <a:ext cx="7716327" cy="448276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501940"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81513" y="1024037"/>
            <a:ext cx="4275138" cy="477520"/>
          </a:xfrm>
        </p:spPr>
        <p:txBody>
          <a:bodyPr>
            <a:normAutofit fontScale="92500"/>
          </a:bodyPr>
          <a:lstStyle/>
          <a:p>
            <a:pPr marL="0" indent="0">
              <a:buNone/>
            </a:pPr>
            <a:r>
              <a:rPr lang="en-IN" dirty="0"/>
              <a:t>Illness Score vs. Average Doctor Visits</a:t>
            </a:r>
          </a:p>
        </p:txBody>
      </p:sp>
      <p:sp>
        <p:nvSpPr>
          <p:cNvPr id="9" name="TextBox 8">
            <a:extLst>
              <a:ext uri="{FF2B5EF4-FFF2-40B4-BE49-F238E27FC236}">
                <a16:creationId xmlns:a16="http://schemas.microsoft.com/office/drawing/2014/main" id="{B951FFC9-CCB9-0486-94BB-05BDBA6818A5}"/>
              </a:ext>
            </a:extLst>
          </p:cNvPr>
          <p:cNvSpPr txBox="1"/>
          <p:nvPr/>
        </p:nvSpPr>
        <p:spPr>
          <a:xfrm>
            <a:off x="532027" y="6018629"/>
            <a:ext cx="10984015" cy="646331"/>
          </a:xfrm>
          <a:prstGeom prst="rect">
            <a:avLst/>
          </a:prstGeom>
          <a:noFill/>
        </p:spPr>
        <p:txBody>
          <a:bodyPr wrap="square">
            <a:spAutoFit/>
          </a:bodyPr>
          <a:lstStyle/>
          <a:p>
            <a:pPr algn="just"/>
            <a:r>
              <a:rPr lang="en-US" dirty="0"/>
              <a:t>This graph compares the average number of recorded doctor visits across different illness-score groups. It helps examine how recorded visits vary as the illness score changes.</a:t>
            </a:r>
            <a:endParaRPr lang="en-IN" dirty="0"/>
          </a:p>
        </p:txBody>
      </p:sp>
      <p:pic>
        <p:nvPicPr>
          <p:cNvPr id="6" name="Picture 5">
            <a:extLst>
              <a:ext uri="{FF2B5EF4-FFF2-40B4-BE49-F238E27FC236}">
                <a16:creationId xmlns:a16="http://schemas.microsoft.com/office/drawing/2014/main" id="{88345AD3-B5C8-163B-05C2-564E25922E6F}"/>
              </a:ext>
            </a:extLst>
          </p:cNvPr>
          <p:cNvPicPr>
            <a:picLocks noChangeAspect="1"/>
          </p:cNvPicPr>
          <p:nvPr/>
        </p:nvPicPr>
        <p:blipFill>
          <a:blip r:embed="rId3"/>
          <a:stretch>
            <a:fillRect/>
          </a:stretch>
        </p:blipFill>
        <p:spPr>
          <a:xfrm>
            <a:off x="1565641" y="1418353"/>
            <a:ext cx="7754432" cy="4600276"/>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5AE0E-9E70-ED7D-8458-74B607D7F1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D9E359-B907-AE7E-C6B5-1C43F50B156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1173100-2F70-0075-6948-0285A896DED4}"/>
              </a:ext>
            </a:extLst>
          </p:cNvPr>
          <p:cNvSpPr>
            <a:spLocks noGrp="1"/>
          </p:cNvSpPr>
          <p:nvPr>
            <p:ph type="title"/>
          </p:nvPr>
        </p:nvSpPr>
        <p:spPr>
          <a:xfrm>
            <a:off x="320982" y="6737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03CF129-F3F6-D7FF-858B-DBC7B063A89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A4C7957-47EB-BC39-4574-FFDC716C650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4328B56-E54E-89F7-0251-0C9218DD220D}"/>
              </a:ext>
            </a:extLst>
          </p:cNvPr>
          <p:cNvSpPr>
            <a:spLocks noGrp="1"/>
          </p:cNvSpPr>
          <p:nvPr>
            <p:ph type="body" sz="quarter" idx="12"/>
          </p:nvPr>
        </p:nvSpPr>
        <p:spPr>
          <a:xfrm>
            <a:off x="681513" y="792214"/>
            <a:ext cx="4275138" cy="477520"/>
          </a:xfrm>
        </p:spPr>
        <p:txBody>
          <a:bodyPr>
            <a:normAutofit/>
          </a:bodyPr>
          <a:lstStyle/>
          <a:p>
            <a:pPr marL="0" indent="0">
              <a:buNone/>
            </a:pPr>
            <a:r>
              <a:rPr lang="en-US" dirty="0"/>
              <a:t>Distribution of Visits by Gender</a:t>
            </a:r>
            <a:endParaRPr lang="en-IN" dirty="0"/>
          </a:p>
        </p:txBody>
      </p:sp>
      <p:sp>
        <p:nvSpPr>
          <p:cNvPr id="9" name="TextBox 8">
            <a:extLst>
              <a:ext uri="{FF2B5EF4-FFF2-40B4-BE49-F238E27FC236}">
                <a16:creationId xmlns:a16="http://schemas.microsoft.com/office/drawing/2014/main" id="{2B14EDB1-E2D4-7227-36B0-BF1401B1EE08}"/>
              </a:ext>
            </a:extLst>
          </p:cNvPr>
          <p:cNvSpPr txBox="1"/>
          <p:nvPr/>
        </p:nvSpPr>
        <p:spPr>
          <a:xfrm>
            <a:off x="501940" y="5934670"/>
            <a:ext cx="11215214" cy="923330"/>
          </a:xfrm>
          <a:prstGeom prst="rect">
            <a:avLst/>
          </a:prstGeom>
          <a:noFill/>
        </p:spPr>
        <p:txBody>
          <a:bodyPr wrap="square">
            <a:spAutoFit/>
          </a:bodyPr>
          <a:lstStyle/>
          <a:p>
            <a:pPr algn="just"/>
            <a:r>
              <a:rPr lang="en-US" dirty="0"/>
              <a:t>This box plot compares the distribution of recorded doctor visits between female and male patients. It provides a visual representation of the spread, central tendency, and variation of visits within each gender group.</a:t>
            </a:r>
            <a:endParaRPr lang="en-IN" dirty="0"/>
          </a:p>
        </p:txBody>
      </p:sp>
      <p:pic>
        <p:nvPicPr>
          <p:cNvPr id="3" name="Picture 2">
            <a:extLst>
              <a:ext uri="{FF2B5EF4-FFF2-40B4-BE49-F238E27FC236}">
                <a16:creationId xmlns:a16="http://schemas.microsoft.com/office/drawing/2014/main" id="{5E3B084F-BAEB-8034-75C5-E63A0EA96F81}"/>
              </a:ext>
            </a:extLst>
          </p:cNvPr>
          <p:cNvPicPr>
            <a:picLocks noChangeAspect="1"/>
          </p:cNvPicPr>
          <p:nvPr/>
        </p:nvPicPr>
        <p:blipFill>
          <a:blip r:embed="rId3"/>
          <a:stretch>
            <a:fillRect/>
          </a:stretch>
        </p:blipFill>
        <p:spPr>
          <a:xfrm>
            <a:off x="1208337" y="1180204"/>
            <a:ext cx="8021169" cy="4630637"/>
          </a:xfrm>
          <a:prstGeom prst="rect">
            <a:avLst/>
          </a:prstGeom>
        </p:spPr>
      </p:pic>
    </p:spTree>
    <p:extLst>
      <p:ext uri="{BB962C8B-B14F-4D97-AF65-F5344CB8AC3E}">
        <p14:creationId xmlns:p14="http://schemas.microsoft.com/office/powerpoint/2010/main" val="11444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27026-5DBF-4354-C6D4-B35958A58F1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41D511-5239-060A-958B-CA8B4301631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22701D9-0572-88E3-91F7-A7F803A7CC3E}"/>
              </a:ext>
            </a:extLst>
          </p:cNvPr>
          <p:cNvSpPr>
            <a:spLocks noGrp="1"/>
          </p:cNvSpPr>
          <p:nvPr>
            <p:ph type="title"/>
          </p:nvPr>
        </p:nvSpPr>
        <p:spPr>
          <a:xfrm>
            <a:off x="320982" y="67373"/>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6A8635A-163D-1EB2-D20B-A4F33C83C5B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8B55E76-63D7-CE92-1782-C9FFC34232A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3B5D3C6-B59F-7F35-11E7-0AE1A37A2C89}"/>
              </a:ext>
            </a:extLst>
          </p:cNvPr>
          <p:cNvSpPr>
            <a:spLocks noGrp="1"/>
          </p:cNvSpPr>
          <p:nvPr>
            <p:ph type="body" sz="quarter" idx="12"/>
          </p:nvPr>
        </p:nvSpPr>
        <p:spPr>
          <a:xfrm>
            <a:off x="681513" y="792214"/>
            <a:ext cx="4275138" cy="477520"/>
          </a:xfrm>
        </p:spPr>
        <p:txBody>
          <a:bodyPr>
            <a:normAutofit/>
          </a:bodyPr>
          <a:lstStyle/>
          <a:p>
            <a:pPr marL="0" indent="0">
              <a:buNone/>
            </a:pPr>
            <a:r>
              <a:rPr lang="en-US" dirty="0"/>
              <a:t>Age vs. Visits, Colored by Gender</a:t>
            </a:r>
            <a:endParaRPr lang="en-IN" dirty="0"/>
          </a:p>
        </p:txBody>
      </p:sp>
      <p:sp>
        <p:nvSpPr>
          <p:cNvPr id="9" name="TextBox 8">
            <a:extLst>
              <a:ext uri="{FF2B5EF4-FFF2-40B4-BE49-F238E27FC236}">
                <a16:creationId xmlns:a16="http://schemas.microsoft.com/office/drawing/2014/main" id="{0E86D560-B2B6-3909-5F73-6EFAAF01D604}"/>
              </a:ext>
            </a:extLst>
          </p:cNvPr>
          <p:cNvSpPr txBox="1"/>
          <p:nvPr/>
        </p:nvSpPr>
        <p:spPr>
          <a:xfrm>
            <a:off x="501940" y="5934670"/>
            <a:ext cx="11215214" cy="923330"/>
          </a:xfrm>
          <a:prstGeom prst="rect">
            <a:avLst/>
          </a:prstGeom>
          <a:noFill/>
        </p:spPr>
        <p:txBody>
          <a:bodyPr wrap="square">
            <a:spAutoFit/>
          </a:bodyPr>
          <a:lstStyle/>
          <a:p>
            <a:pPr algn="just"/>
            <a:r>
              <a:rPr lang="en-US" dirty="0"/>
              <a:t>It helps visualize how doctor visits are distributed across age values and allows the patterns of the two gender groups to be viewed together.</a:t>
            </a:r>
          </a:p>
          <a:p>
            <a:pPr algn="just"/>
            <a:endParaRPr lang="en-IN" dirty="0"/>
          </a:p>
        </p:txBody>
      </p:sp>
      <p:pic>
        <p:nvPicPr>
          <p:cNvPr id="6" name="Picture 5">
            <a:extLst>
              <a:ext uri="{FF2B5EF4-FFF2-40B4-BE49-F238E27FC236}">
                <a16:creationId xmlns:a16="http://schemas.microsoft.com/office/drawing/2014/main" id="{318C1937-E957-DB9B-919C-79EE7F4BA1E9}"/>
              </a:ext>
            </a:extLst>
          </p:cNvPr>
          <p:cNvPicPr>
            <a:picLocks noChangeAspect="1"/>
          </p:cNvPicPr>
          <p:nvPr/>
        </p:nvPicPr>
        <p:blipFill>
          <a:blip r:embed="rId3"/>
          <a:stretch>
            <a:fillRect/>
          </a:stretch>
        </p:blipFill>
        <p:spPr>
          <a:xfrm>
            <a:off x="811335" y="1200124"/>
            <a:ext cx="9023130" cy="4734546"/>
          </a:xfrm>
          <a:prstGeom prst="rect">
            <a:avLst/>
          </a:prstGeom>
        </p:spPr>
      </p:pic>
    </p:spTree>
    <p:extLst>
      <p:ext uri="{BB962C8B-B14F-4D97-AF65-F5344CB8AC3E}">
        <p14:creationId xmlns:p14="http://schemas.microsoft.com/office/powerpoint/2010/main" val="59982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fontScale="90000"/>
          </a:bodyPr>
          <a:lstStyle/>
          <a:p>
            <a:r>
              <a:rPr lang="en-IN" sz="4000" dirty="0"/>
              <a:t>Future scope</a:t>
            </a:r>
            <a:br>
              <a:rPr lang="en-IN" sz="4000" dirty="0"/>
            </a:br>
            <a:endParaRPr lang="en-IN" sz="40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6F0F630B-2496-3817-14C7-6893C86C4B9A}"/>
              </a:ext>
            </a:extLst>
          </p:cNvPr>
          <p:cNvSpPr txBox="1"/>
          <p:nvPr/>
        </p:nvSpPr>
        <p:spPr>
          <a:xfrm>
            <a:off x="2276669" y="2957804"/>
            <a:ext cx="3424335" cy="369332"/>
          </a:xfrm>
          <a:prstGeom prst="rect">
            <a:avLst/>
          </a:prstGeom>
          <a:noFill/>
        </p:spPr>
        <p:txBody>
          <a:bodyPr wrap="square" rtlCol="0">
            <a:spAutoFit/>
          </a:bodyPr>
          <a:lstStyle/>
          <a:p>
            <a:endParaRPr lang="en-IN" dirty="0"/>
          </a:p>
        </p:txBody>
      </p:sp>
      <p:sp>
        <p:nvSpPr>
          <p:cNvPr id="3" name="Rectangle 2">
            <a:extLst>
              <a:ext uri="{FF2B5EF4-FFF2-40B4-BE49-F238E27FC236}">
                <a16:creationId xmlns:a16="http://schemas.microsoft.com/office/drawing/2014/main" id="{D08AA9B8-21F4-D09B-A066-AFD42CEAD7D7}"/>
              </a:ext>
            </a:extLst>
          </p:cNvPr>
          <p:cNvSpPr>
            <a:spLocks noChangeArrowheads="1"/>
          </p:cNvSpPr>
          <p:nvPr/>
        </p:nvSpPr>
        <p:spPr bwMode="auto">
          <a:xfrm>
            <a:off x="675957" y="631558"/>
            <a:ext cx="8954278" cy="4652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endParaRPr kumimoji="0" lang="en-US" altLang="en-US" sz="2000" b="0" i="0" u="none" strike="noStrike" cap="none" normalizeH="0" baseline="0" dirty="0">
              <a:ln>
                <a:noFill/>
              </a:ln>
              <a:solidFill>
                <a:schemeClr val="tx1"/>
              </a:solidFill>
              <a:effectLst/>
              <a:latin typeface="Trebuchet MS (Body)"/>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rebuchet MS (Body)"/>
              </a:rPr>
              <a:t>Develop a predictive model to forecast doctor visit frequency.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rebuchet MS (Body)"/>
              </a:rPr>
              <a:t>Include additional healthcare and demographic variables for deeper analysis.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rebuchet MS (Body)"/>
              </a:rPr>
              <a:t>Build an interactive healthcare analytics dashboard.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rebuchet MS (Body)"/>
              </a:rPr>
              <a:t>Perform statistical tests to examine relationships between variables.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rebuchet MS (Body)"/>
              </a:rPr>
              <a:t>Apply machine learning techniques for healthcare utilization prediction.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rebuchet MS (Body)"/>
              </a:rPr>
              <a:t>Expand the analysis using larger and more diverse healthcare datasets.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rebuchet MS (Body)"/>
              </a:rPr>
              <a:t>Analyze chronic conditions and healthcare service usage in greater detail.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hlinkClick r:id="rId3"/>
            <a:extLst>
              <a:ext uri="{FF2B5EF4-FFF2-40B4-BE49-F238E27FC236}">
                <a16:creationId xmlns:a16="http://schemas.microsoft.com/office/drawing/2014/main" id="{1F6326C8-1393-F019-65AF-7150ABF994EE}"/>
              </a:ext>
            </a:extLst>
          </p:cNvPr>
          <p:cNvSpPr txBox="1"/>
          <p:nvPr/>
        </p:nvSpPr>
        <p:spPr>
          <a:xfrm>
            <a:off x="675957" y="1368903"/>
            <a:ext cx="6443300" cy="646331"/>
          </a:xfrm>
          <a:prstGeom prst="rect">
            <a:avLst/>
          </a:prstGeom>
          <a:noFill/>
        </p:spPr>
        <p:txBody>
          <a:bodyPr wrap="square">
            <a:spAutoFit/>
          </a:bodyPr>
          <a:lstStyle/>
          <a:p>
            <a:r>
              <a:rPr lang="en-IN" dirty="0"/>
              <a:t>https://github.com/dipikapatil25/Healthcare-Analytics-for-Doctor-Visits.git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1627</TotalTime>
  <Words>712</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Trebuchet MS</vt:lpstr>
      <vt:lpstr>Trebuchet MS (Body)</vt:lpstr>
      <vt:lpstr>Wingdings</vt:lpstr>
      <vt:lpstr>Wingdings 3</vt:lpstr>
      <vt:lpstr>Facet</vt:lpstr>
      <vt:lpstr>Project Title -Healthcare Analytics for Doctor   Visits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 </vt:lpstr>
      <vt:lpstr>GitHub Link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DIPIKA PATIL</cp:lastModifiedBy>
  <cp:revision>98</cp:revision>
  <dcterms:created xsi:type="dcterms:W3CDTF">2021-07-11T13:13:15Z</dcterms:created>
  <dcterms:modified xsi:type="dcterms:W3CDTF">2026-09-18T16:49:26Z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